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61" r:id="rId3"/>
    <p:sldId id="26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E6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6B4C5-6082-4F0B-B07A-AAE20E81A147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ECFB6-4016-4816-B59F-808382DB1E7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07408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614B-D98C-1B2C-E37F-4CFF01C89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E5006-B7A9-F5F4-3C25-6BF291B39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C8B0D-7EED-DF4E-7287-8DBDDF67A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/>
              <a:t>SAMPAN HOUSE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E52F1-DB09-072A-2B88-1F57BBF2E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ECFB6-4016-4816-B59F-808382DB1E71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3268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0BAA-9160-3019-EE79-072D2A61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16AC3-B24E-26F9-43A7-1BDA8DAAF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0C1AA-CFDA-4238-3471-BDEB7EC25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/>
              <a:t>MY RESTAURANT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AB700-79DC-F79F-E1F3-609E4BD33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ECFB6-4016-4816-B59F-808382DB1E71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1915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9D73C-B8F9-924E-17F6-214AC0DE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FCB92-FAB7-9164-152C-97CE8D42A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C8C8F-2C8C-763D-9D3F-20C1E216C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/>
              <a:t>CKV BANKING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83FAF-7690-FA97-6199-EE0A66F7B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ECFB6-4016-4816-B59F-808382DB1E71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21022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/>
              <a:t>SUNDAY SCHOOL MANAGEMENT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ECFB6-4016-4816-B59F-808382DB1E7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30743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5DFF-20B3-CBE6-FCA1-CE259B9D4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048A6-A94C-F67B-3538-6D66E6735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5E9AD-B5A7-6BAA-AE53-DEF184F4B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95BC9-E684-7729-A6EA-DBB3A366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6EDF5-5DEE-0609-38EC-CBBCD6F45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9633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07D9-483E-DC01-4C88-AB7B9FAB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EE49-8A41-790A-235D-356274581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55A1B-26F0-BBAE-82F4-95D13E76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79596-99A8-4115-C648-572F25C6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BD4D2-6D52-ACA7-EE6A-573DE13F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0967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F0AB-D55B-760C-D4C5-E9F88F68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0FA88-4703-EDE0-63C5-7875453E0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4FF6D-4DF1-CDFC-8C18-9557557E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07806-3D60-35FC-9EEC-ECC9431A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E7615-4B4A-E4AF-EE0D-B11E4B3BC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943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4D93-5994-8F54-AA9E-0E6667FA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E46B-3FF9-78F0-7521-3B975810C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AE7D-2B7E-7BE4-9D01-C13AF0F31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706AF-6331-16A6-75B4-0D8BBA765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C80F5-7635-BF45-50B6-81BFF016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7C550-56AD-BF89-A4F3-883514B35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55552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0294C-3EB0-1411-12D6-A08238B8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105FA-7932-4FEE-0367-EBCAA927C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20266-4D24-F413-0538-C79701573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A840D-297B-804D-268C-CFF24D993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3CC2C-0731-7FD2-6AF5-3CC06192A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98EAD-B83D-D926-693F-CF743D1D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805EC8-C9BE-6B33-E443-5F4E6F72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9D707-3688-1C22-2DA2-EB4B7527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364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164D-E68F-39B1-70F2-DC1A14C0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F5C45F-A17C-6A82-3881-09952D35C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7B889-FED2-CE79-2ED7-8D6B2E36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521BD-486D-BB4E-5ABE-F4F15E10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7417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902FA1-7603-53E5-3799-ECC63E81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608C97-AB3B-D0F0-722F-1B711714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CF692-0379-F696-0BE5-7017EB4B1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21371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8EFB5-3135-C28F-AFCF-F28349FD9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70FF6-3242-75AB-3782-23CCC4B05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795ED-72A5-099E-C98C-0B07B827B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EFCA7-CDEF-AF75-E7D3-03EF9334A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1BC98-1A4F-5D9B-AD8D-D7F9E9BC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5F012-9535-8FCC-F641-4A3ED104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1793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C310-272F-4B0F-0655-341A0519D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1428A0-CED5-50F8-A483-CBDF135D0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EDAB4-C64B-A572-5DAB-5944B72E8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FE80E-59C1-B1D9-7A8B-4C9E26CB6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CE4D5-3264-E7A8-97A2-E7A384C5A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67145-62E5-A582-5D06-33BC2122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9204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12E17-F9FC-627A-DAA1-F7A04971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CC0CD-A443-C6F5-9FBF-16C24F27D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9227E-CC71-9B46-4586-62E3B9EED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B850D-CDD1-ACE2-35C3-A35B51423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0C4D1-FB9F-811F-96B4-C74D02DB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5545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DD6CA-A1E3-2801-7C52-4343E55F6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9ADC8-B37F-1734-EC87-EB78AF87B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1CD90-BBE6-DEFB-23DB-6C00BB088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6DFB5-2CFD-1630-65B8-D189659A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E2862-0FE4-EB96-85D2-A2CF038CC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60405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4BBE74-186D-0211-5B3F-8EACFA633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C4D4F-A060-3F3A-D967-A973B6997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37FEE-E248-4685-452B-691DB4097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85A46-4486-4F43-88C9-69C51AC89A69}" type="datetimeFigureOut">
              <a:rPr lang="en-MY" smtClean="0"/>
              <a:t>5/8/2026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F29E9-4E0A-1FBA-FC7E-AD4EB7AF9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EE41C-5CEF-E2DC-CDFC-E60B27CEB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0D3CC-C6D4-43D8-A286-F5D3B8DF2A5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64365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2EC1C-FAAE-7AB7-E86B-76049E79D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9C3CE2-CF11-8EEE-8A86-18F78433484E}"/>
              </a:ext>
            </a:extLst>
          </p:cNvPr>
          <p:cNvSpPr/>
          <p:nvPr/>
        </p:nvSpPr>
        <p:spPr>
          <a:xfrm>
            <a:off x="2313240" y="247118"/>
            <a:ext cx="6610882" cy="6610882"/>
          </a:xfrm>
          <a:prstGeom prst="rect">
            <a:avLst/>
          </a:prstGeom>
          <a:solidFill>
            <a:srgbClr val="19E6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F396991-9791-603B-85F4-6CA50F22D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52001" y="436947"/>
            <a:ext cx="6120000" cy="3179718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941EDD-3A44-0DDE-37EC-DA2277BBB4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4034" y="3354869"/>
            <a:ext cx="6108173" cy="3173573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1492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3A453-7A0E-312A-FDEE-9E26A604E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49F6C5-A39C-1633-2512-A29BAC2C5061}"/>
              </a:ext>
            </a:extLst>
          </p:cNvPr>
          <p:cNvSpPr/>
          <p:nvPr/>
        </p:nvSpPr>
        <p:spPr>
          <a:xfrm>
            <a:off x="2313240" y="247118"/>
            <a:ext cx="6610882" cy="6610882"/>
          </a:xfrm>
          <a:prstGeom prst="rect">
            <a:avLst/>
          </a:prstGeom>
          <a:solidFill>
            <a:srgbClr val="19E6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D7FB97-F665-AC28-0808-5503E2B2A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9424" y="384388"/>
            <a:ext cx="6108173" cy="3646355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F82E54-A160-9C7C-6091-05E4552EA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33"/>
          <a:stretch>
            <a:fillRect/>
          </a:stretch>
        </p:blipFill>
        <p:spPr>
          <a:xfrm>
            <a:off x="2439424" y="384388"/>
            <a:ext cx="6108172" cy="364635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80C644-2277-0798-4086-AF1EE62590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4034" y="3299229"/>
            <a:ext cx="6108173" cy="3284853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453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CB37B-A5E6-C2EC-487B-C7A5A1AC1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EC4887-3C01-61CC-B6F2-ABEFAF20B6FE}"/>
              </a:ext>
            </a:extLst>
          </p:cNvPr>
          <p:cNvSpPr/>
          <p:nvPr/>
        </p:nvSpPr>
        <p:spPr>
          <a:xfrm>
            <a:off x="2313240" y="247118"/>
            <a:ext cx="6610882" cy="6610882"/>
          </a:xfrm>
          <a:prstGeom prst="rect">
            <a:avLst/>
          </a:prstGeom>
          <a:solidFill>
            <a:srgbClr val="19E6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41C27F-6803-6910-C8CD-250AFD4AF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9424" y="384388"/>
            <a:ext cx="6108173" cy="3646355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FCF835-C85A-5BEE-8C09-03697B190F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4034" y="2867163"/>
            <a:ext cx="6108173" cy="3743719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342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EB191-FBFE-62A1-B89C-6A9A3BF83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6D142A-03AB-3B8C-FC89-BE707E798A76}"/>
              </a:ext>
            </a:extLst>
          </p:cNvPr>
          <p:cNvSpPr/>
          <p:nvPr/>
        </p:nvSpPr>
        <p:spPr>
          <a:xfrm>
            <a:off x="2313240" y="247118"/>
            <a:ext cx="6610882" cy="6610882"/>
          </a:xfrm>
          <a:prstGeom prst="rect">
            <a:avLst/>
          </a:prstGeom>
          <a:solidFill>
            <a:srgbClr val="19E6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7D913B-DDF4-FB94-2321-36501C035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001" y="384388"/>
            <a:ext cx="6120000" cy="328483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B10714-68C6-8D88-D4A9-67B5983AA5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4034" y="3316479"/>
            <a:ext cx="6108173" cy="3294403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0569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15</Words>
  <Application>Microsoft Office PowerPoint</Application>
  <PresentationFormat>Widescreen</PresentationFormat>
  <Paragraphs>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Valarie LIM Yee Hang</dc:creator>
  <cp:lastModifiedBy>Valarie LIM Yee Hang</cp:lastModifiedBy>
  <cp:revision>8</cp:revision>
  <dcterms:created xsi:type="dcterms:W3CDTF">2026-08-04T10:09:45Z</dcterms:created>
  <dcterms:modified xsi:type="dcterms:W3CDTF">2026-08-05T08:38:41Z</dcterms:modified>
</cp:coreProperties>
</file>