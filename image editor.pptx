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E5DE2-A933-EB46-D92A-1693FB85ED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E6D942-2251-8192-1D0A-1EECCFBD75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F8A963-5B00-8DB3-D226-18FA69CD66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129D6-9A83-43DA-BD11-1066906E798F}" type="datetimeFigureOut">
              <a:rPr lang="en-MY" smtClean="0"/>
              <a:t>23/7/2026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BFFDC1-EDB6-6A77-D412-6AF1A04468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314A30-DF63-C94D-1A61-B969A311C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35EB9-C3F6-4C05-BE9F-7158093715D6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306575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D6E788-F269-C0EF-6D57-77A8D4623E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9BB7D6-8F2A-901F-5A33-2E8DF3B3C9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100DA2-67C4-5A7A-2D0D-FEC21729A4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129D6-9A83-43DA-BD11-1066906E798F}" type="datetimeFigureOut">
              <a:rPr lang="en-MY" smtClean="0"/>
              <a:t>23/7/2026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FD5BEC-8741-B7C0-52DA-EA081EF4C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5ADBE4-A6D4-FC1A-5385-72665EC78C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35EB9-C3F6-4C05-BE9F-7158093715D6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566622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F216B8-ADCC-07AF-3F11-79A0D67905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185D78-E1F1-C6F1-155E-4A705B01CA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EA2E33-E579-3B27-7714-673420F54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129D6-9A83-43DA-BD11-1066906E798F}" type="datetimeFigureOut">
              <a:rPr lang="en-MY" smtClean="0"/>
              <a:t>23/7/2026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3555BA-210F-B2F6-6FD7-B17CA80F8C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C09C8F-BEC1-1B74-CDA9-5925B57E69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35EB9-C3F6-4C05-BE9F-7158093715D6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2834887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1B3C21-3637-3AC7-DCB9-5A58277B6A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30189D-831D-78FA-7407-1DE37A7247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22FB42-0E1A-1082-3CA2-4A42F5CE0B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82CB34-3645-4BE3-599D-4AA74D461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129D6-9A83-43DA-BD11-1066906E798F}" type="datetimeFigureOut">
              <a:rPr lang="en-MY" smtClean="0"/>
              <a:t>23/7/2026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C88037-887D-A5DD-862B-AC4D46EBC1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69E313-CE21-629C-A56C-FAEA87E180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35EB9-C3F6-4C05-BE9F-7158093715D6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802187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35F658-B147-B93F-3C13-C15786F769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E76F78-5D99-344E-B8BB-AB6914A3A1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2D9FF4-3CEE-7EB6-15F8-48734C9179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1B09295-BD1A-564A-1142-B091389806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3565201-F618-35C3-28D9-4CB2B354EE5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7C7E946-5EA7-A0B9-0CE2-8AAFBC664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129D6-9A83-43DA-BD11-1066906E798F}" type="datetimeFigureOut">
              <a:rPr lang="en-MY" smtClean="0"/>
              <a:t>23/7/2026</a:t>
            </a:fld>
            <a:endParaRPr lang="en-MY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0B22259-ECA8-30AC-5538-12FFAC0B09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83C7122-A600-A7F8-128B-F5A54467A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35EB9-C3F6-4C05-BE9F-7158093715D6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043170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89AF4-EC34-F6C8-9AB8-CEB02AEE7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472B291-FA1C-3702-6AB9-1A3D1807A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129D6-9A83-43DA-BD11-1066906E798F}" type="datetimeFigureOut">
              <a:rPr lang="en-MY" smtClean="0"/>
              <a:t>23/7/2026</a:t>
            </a:fld>
            <a:endParaRPr lang="en-MY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85D8CA-C6D8-E93E-15FB-BF118B2A22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16D552-6B44-CECA-94E9-155AA8215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35EB9-C3F6-4C05-BE9F-7158093715D6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1204463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AE08AC-0650-81A2-3BD7-4D9003058A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129D6-9A83-43DA-BD11-1066906E798F}" type="datetimeFigureOut">
              <a:rPr lang="en-MY" smtClean="0"/>
              <a:t>23/7/2026</a:t>
            </a:fld>
            <a:endParaRPr lang="en-MY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E3A0782-3740-9D6C-B95A-6D14C0ABC7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A9515C-0564-63AB-70E5-7219DD14D3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35EB9-C3F6-4C05-BE9F-7158093715D6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539406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F16EDC-D497-1FB6-3EFD-C8A381CE6C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5A05C1-21AE-50A6-2745-948DC1DE1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794A13-5B44-41FC-42C5-F2E9E3695D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4493E2-78D9-88A9-7952-588F21D35C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129D6-9A83-43DA-BD11-1066906E798F}" type="datetimeFigureOut">
              <a:rPr lang="en-MY" smtClean="0"/>
              <a:t>23/7/2026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A017ED-009C-B681-4C5E-115EA429E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110259-EB4D-D42B-9178-C0797B80F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35EB9-C3F6-4C05-BE9F-7158093715D6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0958939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500270-4A3B-8E2B-B5DA-9D5FA7C412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542EDB4-56E6-4683-9712-CE55A8A6CF9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M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965EAA-2667-DAC9-8077-438FE88B82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2827EC-A5D7-F528-1E2A-3303713EE4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129D6-9A83-43DA-BD11-1066906E798F}" type="datetimeFigureOut">
              <a:rPr lang="en-MY" smtClean="0"/>
              <a:t>23/7/2026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632923-DE72-1FBA-10A8-F0D101B93D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87F2FA-E108-68A8-E3A5-0A46AE14F9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35EB9-C3F6-4C05-BE9F-7158093715D6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810110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6E178-D21C-87C3-EA8A-EF6FD01D6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233C0E-66C8-A406-C63D-F121543900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10635B-74CF-6278-3527-AEC9424E6A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129D6-9A83-43DA-BD11-1066906E798F}" type="datetimeFigureOut">
              <a:rPr lang="en-MY" smtClean="0"/>
              <a:t>23/7/2026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70A722-B154-6758-60FB-1E203D4F20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828F57-087D-B034-EA3F-F3F03D2FF6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35EB9-C3F6-4C05-BE9F-7158093715D6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4372050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1610FAF-05DD-6E76-24AE-7A1D6FC8B7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A7AD02-A83A-4A75-BBD0-55532B535C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75D82B-3953-40A7-252D-D42D105834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129D6-9A83-43DA-BD11-1066906E798F}" type="datetimeFigureOut">
              <a:rPr lang="en-MY" smtClean="0"/>
              <a:t>23/7/2026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56A0C3-0930-6E00-D2DE-CC1487C5E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8370AC-AA4C-7C91-1EFD-91D0550B0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35EB9-C3F6-4C05-BE9F-7158093715D6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098919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9CF1D11-A39E-D6C7-1E93-B235B5741A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6051FC-EB68-12D4-036F-8C317A1348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1F50B3-2EBD-E627-3908-64C561FA29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B129D6-9A83-43DA-BD11-1066906E798F}" type="datetimeFigureOut">
              <a:rPr lang="en-MY" smtClean="0"/>
              <a:t>23/7/2026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532955-63B1-2B9E-1279-EB98509F6A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353BEF-3E55-D171-E66F-1AECB4EE3F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A35EB9-C3F6-4C05-BE9F-7158093715D6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221222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FDDC374-AE20-4950-B4FE-559C9279D1B8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2250" y="95250"/>
            <a:ext cx="6667500" cy="666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1650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Valarie LIM Yee Hang</dc:creator>
  <cp:lastModifiedBy>Valarie LIM Yee Hang</cp:lastModifiedBy>
  <cp:revision>1</cp:revision>
  <dcterms:created xsi:type="dcterms:W3CDTF">2026-07-23T14:07:19Z</dcterms:created>
  <dcterms:modified xsi:type="dcterms:W3CDTF">2026-07-23T14:08:01Z</dcterms:modified>
</cp:coreProperties>
</file>