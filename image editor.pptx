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3" r:id="rId2"/>
    <p:sldId id="262" r:id="rId3"/>
    <p:sldId id="261" r:id="rId4"/>
    <p:sldId id="259" r:id="rId5"/>
    <p:sldId id="260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E6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124" autoAdjust="0"/>
  </p:normalViewPr>
  <p:slideViewPr>
    <p:cSldViewPr snapToGrid="0">
      <p:cViewPr varScale="1">
        <p:scale>
          <a:sx n="79" d="100"/>
          <a:sy n="79" d="100"/>
        </p:scale>
        <p:origin x="86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B6B4C5-6082-4F0B-B07A-AAE20E81A147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6ECFB6-4016-4816-B59F-808382DB1E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7408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6D6F4-0259-8E08-EE00-FC3B50212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21A422-9D82-7294-8756-DD8AD95F5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5A9B7-3A0C-90A2-A3B5-80B8135B54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MY"/>
              <a:t>EMPLOYEE MANAGEMENT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AF1EC-39B1-1A5D-F99E-01450D9BF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ECFB6-4016-4816-B59F-808382DB1E71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3261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7E88-6A48-CE4A-0E4B-844C79C9C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E8E6F4-1C67-4128-A9CA-AFEEFB511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AD5ED-D6ED-B89B-7D03-87C15BE58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/>
              <a:t>SMART RETAIL MANAGEMENT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8C0F4-D6C4-F5EF-FBDA-0187CB90E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ECFB6-4016-4816-B59F-808382DB1E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41095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A0BAA-9160-3019-EE79-072D2A61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A16AC3-B24E-26F9-43A7-1BDA8DAAF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0C1AA-CFDA-4238-3471-BDEB7EC25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/>
              <a:t>MY RESTAURANT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AB700-79DC-F79F-E1F3-609E4BD33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ECFB6-4016-4816-B59F-808382DB1E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11915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614B-D98C-1B2C-E37F-4CFF01C89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0E5006-B7A9-F5F4-3C25-6BF291B39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C8B0D-7EED-DF4E-7287-8DBDDF67A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/>
              <a:t>SAMPAN HOUSE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E52F1-DB09-072A-2B88-1F57BBF2E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ECFB6-4016-4816-B59F-808382DB1E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83268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9D73C-B8F9-924E-17F6-214AC0DE4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FCB92-FAB7-9164-152C-97CE8D42A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5C8C8F-2C8C-763D-9D3F-20C1E216C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/>
              <a:t>CKV BANKING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83FAF-7690-FA97-6199-EE0A66F7BA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ECFB6-4016-4816-B59F-808382DB1E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2102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/>
              <a:t>SUNDAY SCHOOL MANAGEMENT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6ECFB6-4016-4816-B59F-808382DB1E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30743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C5DFF-20B3-CBE6-FCA1-CE259B9D4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E048A6-A94C-F67B-3538-6D66E6735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5E9AD-B5A7-6BAA-AE53-DEF184F4B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95BC9-E684-7729-A6EA-DBB3A3663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6EDF5-5DEE-0609-38EC-CBBCD6F45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9633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A07D9-483E-DC01-4C88-AB7B9FAB5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7EE49-8A41-790A-235D-356274581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55A1B-26F0-BBAE-82F4-95D13E76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79596-99A8-4115-C648-572F25C6F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BD4D2-6D52-ACA7-EE6A-573DE13F8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09672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F0AB-D55B-760C-D4C5-E9F88F68F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0FA88-4703-EDE0-63C5-7875453E0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4FF6D-4DF1-CDFC-8C18-9557557E8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207806-3D60-35FC-9EEC-ECC9431A7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0E7615-4B4A-E4AF-EE0D-B11E4B3BC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9435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64D93-5994-8F54-AA9E-0E6667FA7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DE46B-3FF9-78F0-7521-3B975810CE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6AE7D-2B7E-7BE4-9D01-C13AF0F31F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C706AF-6331-16A6-75B4-0D8BBA765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5C80F5-7635-BF45-50B6-81BFF0165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7C550-56AD-BF89-A4F3-883514B3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55552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0294C-3EB0-1411-12D6-A08238B8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105FA-7932-4FEE-0367-EBCAA927C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820266-4D24-F413-0538-C79701573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4A840D-297B-804D-268C-CFF24D993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73CC2C-0731-7FD2-6AF5-3CC06192A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398EAD-B83D-D926-693F-CF743D1D6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805EC8-C9BE-6B33-E443-5F4E6F72B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A9D707-3688-1C22-2DA2-EB4B7527D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364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1164D-E68F-39B1-70F2-DC1A14C03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F5C45F-A17C-6A82-3881-09952D35C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7B889-FED2-CE79-2ED7-8D6B2E363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521BD-486D-BB4E-5ABE-F4F15E10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7417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902FA1-7603-53E5-3799-ECC63E81F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608C97-AB3B-D0F0-722F-1B7117149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ECF692-0379-F696-0BE5-7017EB4B1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21371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8EFB5-3135-C28F-AFCF-F28349FD9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70FF6-3242-75AB-3782-23CCC4B055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E795ED-72A5-099E-C98C-0B07B827B1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EFCA7-CDEF-AF75-E7D3-03EF9334A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1BC98-1A4F-5D9B-AD8D-D7F9E9BCC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5F012-9535-8FCC-F641-4A3ED1045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17934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C310-272F-4B0F-0655-341A0519D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1428A0-CED5-50F8-A483-CBDF135D0F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EDAB4-C64B-A572-5DAB-5944B72E8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FE80E-59C1-B1D9-7A8B-4C9E26CB6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DCE4D5-3264-E7A8-97A2-E7A384C5A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67145-62E5-A582-5D06-33BC2122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89204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12E17-F9FC-627A-DAA1-F7A049718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0CC0CD-A443-C6F5-9FBF-16C24F27D7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9227E-CC71-9B46-4586-62E3B9EED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B850D-CDD1-ACE2-35C3-A35B51423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0C4D1-FB9F-811F-96B4-C74D02DBE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55458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BDD6CA-A1E3-2801-7C52-4343E55F67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9ADC8-B37F-1734-EC87-EB78AF87BD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1CD90-BBE6-DEFB-23DB-6C00BB088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6DFB5-2CFD-1630-65B8-D189659AD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8E2862-0FE4-EB96-85D2-A2CF038CC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60405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4BBE74-186D-0211-5B3F-8EACFA633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C4D4F-A060-3F3A-D967-A973B6997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37FEE-E248-4685-452B-691DB40977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885A46-4486-4F43-88C9-69C51AC89A6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F29E9-4E0A-1FBA-FC7E-AD4EB7AF9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EE41C-5CEF-E2DC-CDFC-E60B27CEB5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90D3CC-C6D4-43D8-A286-F5D3B8DF2A5A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64365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BCE01-469F-A69B-30A4-24CEDE31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581717F-BC8B-4F68-A295-9FB2A73E6AF9}"/>
              </a:ext>
            </a:extLst>
          </p:cNvPr>
          <p:cNvSpPr/>
          <p:nvPr/>
        </p:nvSpPr>
        <p:spPr>
          <a:xfrm>
            <a:off x="2313240" y="247118"/>
            <a:ext cx="6610882" cy="6610882"/>
          </a:xfrm>
          <a:prstGeom prst="rect">
            <a:avLst/>
          </a:prstGeom>
          <a:solidFill>
            <a:srgbClr val="19E6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DDA0B3-2097-E610-B203-CFD27C1E55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9422" y="384388"/>
            <a:ext cx="6108172" cy="3902061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97251A-0BFD-708A-FF96-8F9508CC5E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032" y="2883661"/>
            <a:ext cx="6108173" cy="3727221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9882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92CB-F56E-0443-B373-05C1B4D1E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500683-83E5-5889-8BAA-174555B92A64}"/>
              </a:ext>
            </a:extLst>
          </p:cNvPr>
          <p:cNvSpPr/>
          <p:nvPr/>
        </p:nvSpPr>
        <p:spPr>
          <a:xfrm>
            <a:off x="2313240" y="247118"/>
            <a:ext cx="6610882" cy="6610882"/>
          </a:xfrm>
          <a:prstGeom prst="rect">
            <a:avLst/>
          </a:prstGeom>
          <a:solidFill>
            <a:srgbClr val="19E6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119F441-642F-F080-FD03-92B66FE62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9424" y="389178"/>
            <a:ext cx="3699691" cy="2340922"/>
          </a:xfrm>
          <a:prstGeom prst="rect">
            <a:avLst/>
          </a:prstGeom>
          <a:ln>
            <a:noFill/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23D259-B418-3CFA-F9BE-72F56D5FEE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05837" y="1346913"/>
            <a:ext cx="3941759" cy="2340922"/>
          </a:xfrm>
          <a:prstGeom prst="rect">
            <a:avLst/>
          </a:prstGeom>
          <a:ln>
            <a:noFill/>
          </a:ln>
          <a:effectLst>
            <a:outerShdw blurRad="50800" dist="38100" dir="13500000" algn="br" rotWithShape="0">
              <a:schemeClr val="bg1">
                <a:alpha val="40000"/>
              </a:scheme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05FB7D-BA07-00A6-DD9C-B1BDA8A33E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119"/>
          <a:stretch>
            <a:fillRect/>
          </a:stretch>
        </p:blipFill>
        <p:spPr>
          <a:xfrm>
            <a:off x="2643007" y="3258334"/>
            <a:ext cx="3656578" cy="1670644"/>
          </a:xfrm>
          <a:prstGeom prst="rect">
            <a:avLst/>
          </a:prstGeom>
          <a:ln>
            <a:noFill/>
          </a:ln>
          <a:effectLst>
            <a:outerShdw blurRad="50800" dist="38100" dir="18900000" algn="bl" rotWithShape="0">
              <a:schemeClr val="bg1">
                <a:alpha val="40000"/>
              </a:scheme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6CB1C5-E9BA-0F80-247D-0110318C00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280" b="18453"/>
          <a:stretch>
            <a:fillRect/>
          </a:stretch>
        </p:blipFill>
        <p:spPr>
          <a:xfrm>
            <a:off x="5144960" y="4501893"/>
            <a:ext cx="3607246" cy="2082189"/>
          </a:xfrm>
          <a:prstGeom prst="rect">
            <a:avLst/>
          </a:prstGeom>
          <a:ln>
            <a:noFill/>
          </a:ln>
          <a:effectLst>
            <a:outerShdw blurRad="50800" dist="38100" dir="13500000" algn="br" rotWithShape="0">
              <a:schemeClr val="bg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8124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3A453-7A0E-312A-FDEE-9E26A604E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49F6C5-A39C-1633-2512-A29BAC2C5061}"/>
              </a:ext>
            </a:extLst>
          </p:cNvPr>
          <p:cNvSpPr/>
          <p:nvPr/>
        </p:nvSpPr>
        <p:spPr>
          <a:xfrm>
            <a:off x="2313240" y="247118"/>
            <a:ext cx="6610882" cy="6610882"/>
          </a:xfrm>
          <a:prstGeom prst="rect">
            <a:avLst/>
          </a:prstGeom>
          <a:solidFill>
            <a:srgbClr val="19E6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D7FB97-F665-AC28-0808-5503E2B2A9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9424" y="384388"/>
            <a:ext cx="6108173" cy="3646355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F82E54-A160-9C7C-6091-05E4552EA3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33"/>
          <a:stretch>
            <a:fillRect/>
          </a:stretch>
        </p:blipFill>
        <p:spPr>
          <a:xfrm>
            <a:off x="2439424" y="384388"/>
            <a:ext cx="6108172" cy="3646356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80C644-2277-0798-4086-AF1EE62590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034" y="3299229"/>
            <a:ext cx="6108173" cy="3284853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4533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2EC1C-FAAE-7AB7-E86B-76049E79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39C3CE2-CF11-8EEE-8A86-18F78433484E}"/>
              </a:ext>
            </a:extLst>
          </p:cNvPr>
          <p:cNvSpPr/>
          <p:nvPr/>
        </p:nvSpPr>
        <p:spPr>
          <a:xfrm>
            <a:off x="2313240" y="247118"/>
            <a:ext cx="6610882" cy="6610882"/>
          </a:xfrm>
          <a:prstGeom prst="rect">
            <a:avLst/>
          </a:prstGeom>
          <a:solidFill>
            <a:srgbClr val="19E6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F396991-9791-603B-85F4-6CA50F22D3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52001" y="436947"/>
            <a:ext cx="6120000" cy="3179718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941EDD-3A44-0DDE-37EC-DA2277BBB4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034" y="3354869"/>
            <a:ext cx="6108173" cy="3173573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1492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CB37B-A5E6-C2EC-487B-C7A5A1AC1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EC4887-3C01-61CC-B6F2-ABEFAF20B6FE}"/>
              </a:ext>
            </a:extLst>
          </p:cNvPr>
          <p:cNvSpPr/>
          <p:nvPr/>
        </p:nvSpPr>
        <p:spPr>
          <a:xfrm>
            <a:off x="2313240" y="247118"/>
            <a:ext cx="6610882" cy="6610882"/>
          </a:xfrm>
          <a:prstGeom prst="rect">
            <a:avLst/>
          </a:prstGeom>
          <a:solidFill>
            <a:srgbClr val="19E6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41C27F-6803-6910-C8CD-250AFD4AFD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9424" y="384388"/>
            <a:ext cx="6108173" cy="3646355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FCF835-C85A-5BEE-8C09-03697B190F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034" y="2867163"/>
            <a:ext cx="6108173" cy="3743719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342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EB191-FBFE-62A1-B89C-6A9A3BF83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76D142A-03AB-3B8C-FC89-BE707E798A76}"/>
              </a:ext>
            </a:extLst>
          </p:cNvPr>
          <p:cNvSpPr/>
          <p:nvPr/>
        </p:nvSpPr>
        <p:spPr>
          <a:xfrm>
            <a:off x="2313240" y="247118"/>
            <a:ext cx="6610882" cy="6610882"/>
          </a:xfrm>
          <a:prstGeom prst="rect">
            <a:avLst/>
          </a:prstGeom>
          <a:solidFill>
            <a:srgbClr val="19E6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7D913B-DDF4-FB94-2321-36501C035F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001" y="384388"/>
            <a:ext cx="6120000" cy="3284836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B10714-68C6-8D88-D4A9-67B5983AA5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034" y="3316479"/>
            <a:ext cx="6108173" cy="3294403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0569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24</Words>
  <Application>Microsoft Office PowerPoint</Application>
  <PresentationFormat>Widescreen</PresentationFormat>
  <Paragraphs>12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Valarie LIM Yee Hang</dc:creator>
  <cp:lastModifiedBy>Valarie LIM Yee Hang</cp:lastModifiedBy>
  <cp:revision>9</cp:revision>
  <dcterms:created xsi:type="dcterms:W3CDTF">2026-08-04T10:09:45Z</dcterms:created>
  <dcterms:modified xsi:type="dcterms:W3CDTF">2026-08-21T09:52:45Z</dcterms:modified>
</cp:coreProperties>
</file>